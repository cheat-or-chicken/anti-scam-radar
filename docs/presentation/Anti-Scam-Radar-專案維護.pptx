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43ba77e5e44b67" /><Relationship Type="http://schemas.openxmlformats.org/officeDocument/2006/relationships/extended-properties" Target="/docProps/app.xml" Id="R3966800633584ec4" /><Relationship Type="http://schemas.openxmlformats.org/officeDocument/2006/relationships/officeDocument" Target="/ppt/presentation.xml" Id="R44414837455648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807c57a5604692"/>
  </p:sldMasterIdLst>
  <p:notesMasterIdLst>
    <p:notesMasterId xmlns:r="http://schemas.openxmlformats.org/officeDocument/2006/relationships" r:id="R2982f562fdf9485a"/>
  </p:notesMasterIdLst>
  <p:sldIdLst>
    <p:sldId xmlns:r="http://schemas.openxmlformats.org/officeDocument/2006/relationships" id="256" r:id="R5817a42a061e4f7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6d160573a4637" /><Relationship Type="http://schemas.openxmlformats.org/officeDocument/2006/relationships/slideMaster" Target="/ppt/slideMasters/slideMaster1.xml" Id="Rc1807c57a5604692" /><Relationship Type="http://schemas.openxmlformats.org/officeDocument/2006/relationships/notesMaster" Target="/ppt/notesMasters/notesMaster1.xml" Id="R2982f562fdf9485a" /><Relationship Type="http://schemas.openxmlformats.org/officeDocument/2006/relationships/presProps" Target="/ppt/presProps.xml" Id="Rc5eb16e5385c4c53" /><Relationship Type="http://schemas.openxmlformats.org/officeDocument/2006/relationships/tableStyles" Target="/ppt/tableStyles.xml" Id="R9936f0daf66d4403" /><Relationship Type="http://schemas.openxmlformats.org/officeDocument/2006/relationships/slide" Target="/ppt/slides/slide1.xml" Id="R5817a42a061e4f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4fa77875b0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c5acc53eba4260" /><Relationship Type="http://schemas.openxmlformats.org/officeDocument/2006/relationships/notesMaster" Target="/ppt/notesMasters/notesMaster1.xml" Id="R61a2274cb355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.github/workflows/checks.yml、pyproject.toml、uv.lock、extension/package.json/package-lock.json、script/server.py、package_extension.py、ChatRoom/server.py、docs/MAINTENANCE.md 及既有 GitHub PR 歷史。當前 CI 不需正式 API key，外部模型品質與 RAG Ollama端到端不在 CI 保證範圍。未確認使用 GitHub Projects/Jira/Trello，故不宣稱。尚無 CD。測試數為本次本機228 Python、26 Node、30合成案例，並非真實準確率。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7cb051b004e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0cd2200c0f4f2d" /><Relationship Type="http://schemas.openxmlformats.org/officeDocument/2006/relationships/slideLayout" Target="/ppt/slideLayouts/slideLayout1.xml" Id="R5c4982ed7213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982ed7213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da4fe561440d3" /><Relationship Type="http://schemas.openxmlformats.org/officeDocument/2006/relationships/notesSlide" Target="/ppt/notesSlides/notesSlide1.xml" Id="R7de73d8623e04d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FCC46-8923-4C9E-A631-553D8CC4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專案維護與交付方式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28991-CA32-4EFB-8458-B0DEDD1E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GitHub 協作、可重現建置、自動回歸檢查與本機部署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9AC4-D47B-4CF5-B897-73E054A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35A72-BB8C-4D0D-AEBC-DBE9801A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EE67E-8BB5-4AB0-9F24-7FF58E4F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8BCD1-675F-4FCB-AFA1-6C87FF64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分支開發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2FE67-A94A-4532-A100-B0CECFA6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Git 保留修改版本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8E16C-FB6E-4A72-B97F-5C2CC467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2EA27-35AD-4AD9-AD12-05435E9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2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Push／PR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D49CB-9033-42ED-843A-1B5C923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431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GitHub 保留差異與討論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B8F2F-51B7-4FF8-BFCC-B00D9B75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430FD-B52A-4BDB-AE9E-24610F77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CI 與測試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CA60E-20E5-4019-A77E-0B784D2B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自動檢查程式及回歸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9E49A-F0D9-4E48-9693-F858230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9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FCCB0-D0D5-4E25-9F2B-78E6D3A9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人工部署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55C22-63AE-4654-BD07-83AD059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431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建置、重啟、載入擴充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4DE15-8449-4C82-B4DF-F149503F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8097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DFADE-1D7D-4AEF-B9AF-D8B98E2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924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紀錄與修正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474A3-4724-4813-A2DB-7525AA5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34315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依 log 與案例追查問題</a:t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53125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1763375" y="2333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graphicFrame>
        <p:nvGraphicFramePr>
          <p:cNvPr id="49" name=""/>
          <p:cNvGraphicFramePr/>
          <p:nvPr/>
        </p:nvGraphicFramePr>
        <p:xfrm>
          <a:off xmlns:a="http://schemas.openxmlformats.org/drawingml/2006/main" x="571500" y="3524250"/>
          <a:ext xmlns:a="http://schemas.openxmlformats.org/drawingml/2006/main" cx="14097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714750"/>
                <a:gridCol w="7762875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維護面向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使用工具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目前怎麼運作</a:t>
                      </a:r>
                    </a:p>
                  </a:txBody>
                  <a:tcPr marL="91440" marR="91440" marT="45720" marB="45720" anchor="ctr">
                    <a:solidFill>
                      <a:srgbClr val="11111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版本與專案管理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Git／GitHub／Markdown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分支開發、PR 討論、commit 追溯；docs 與 fixtures 保存規格、案例及操作方式。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持續整合 CI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GitHub Actions／uv／Ruff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Push 與 PR 觸發；鎖定依賴，檢查 import、格式及建置產物是否與 Git 一致。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單元與回歸測試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pytest／Node test／Playwright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228 項 Python、26 項 Node；聊天室瀏覽器回歸與 30 個合成案例，外部 API 用模擬結果。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部署與問題追查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esbuild／FastAPI／本機 log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手動啟動 API :8765、聊天室 :8000，載入 Chrome 擴充；透過 log 與稽核定位問題。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913E3-CA74-48B1-8E36-01B1077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00950"/>
            <a:ext cx="1409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目前採本機手動部署，尚無自動部署（CD）；正式 API key 不進 Git，CI 測試不代表真實偵測準確率。</a:t>
            </a:r>
          </a:p>
        </p:txBody>
      </p:sp>
    </p:spTree>
    <p:extLst>
      <p:ext uri="{BB962C8B-B14F-4D97-AF65-F5344CB8AC3E}">
        <p14:creationId xmlns:p14="http://schemas.microsoft.com/office/powerpoint/2010/main" val="381140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2026-09-12T09:02:30.9500000Z</dcterms:created>
  <dcterms:modified xsi:type="dcterms:W3CDTF">2026-09-12T09:02:30.9500000Z</dcterms:modified>
</coreProperties>
</file>
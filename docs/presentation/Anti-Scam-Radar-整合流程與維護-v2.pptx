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b936bbb684e77" /><Relationship Type="http://schemas.openxmlformats.org/officeDocument/2006/relationships/extended-properties" Target="/docProps/app.xml" Id="R2f1a796c2acb4240" /><Relationship Type="http://schemas.openxmlformats.org/officeDocument/2006/relationships/officeDocument" Target="/ppt/presentation.xml" Id="Rbeb51e09e5164b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7af980d2f34a45"/>
  </p:sldMasterIdLst>
  <p:notesMasterIdLst>
    <p:notesMasterId xmlns:r="http://schemas.openxmlformats.org/officeDocument/2006/relationships" r:id="R083703b133ad434e"/>
  </p:notesMasterIdLst>
  <p:sldIdLst>
    <p:sldId xmlns:r="http://schemas.openxmlformats.org/officeDocument/2006/relationships" id="256" r:id="Rcafcfe0b187a441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da0b07e9341b2" /><Relationship Type="http://schemas.openxmlformats.org/officeDocument/2006/relationships/slideMaster" Target="/ppt/slideMasters/slideMaster1.xml" Id="R587af980d2f34a45" /><Relationship Type="http://schemas.openxmlformats.org/officeDocument/2006/relationships/notesMaster" Target="/ppt/notesMasters/notesMaster1.xml" Id="R083703b133ad434e" /><Relationship Type="http://schemas.openxmlformats.org/officeDocument/2006/relationships/presProps" Target="/ppt/presProps.xml" Id="Rc4780ad1d1c245d1" /><Relationship Type="http://schemas.openxmlformats.org/officeDocument/2006/relationships/tableStyles" Target="/ppt/tableStyles.xml" Id="R13bfefdf65c0468d" /><Relationship Type="http://schemas.openxmlformats.org/officeDocument/2006/relationships/slide" Target="/ppt/slides/slide1.xml" Id="Rcafcfe0b187a44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7ab85bd88245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6a3104547482c" /><Relationship Type="http://schemas.openxmlformats.org/officeDocument/2006/relationships/notesMaster" Target="/ppt/notesMasters/notesMaster1.xml" Id="R52203bb9e83c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依目前程式：extension/src、script/pipeline.py、layers、workflow.py、adaptive.py、investigation.py、server.py、.github/workflows/checks.yml、ChatRoom。圖表為系統概覽，並非所有入口每次都取得所有資料。註冊日期來自 RDAP，不是 DNS 記錄。品牌比對主要使用本機核對名單，獨立 verify-brand 搜尋 API 需另外呼叫。VISION依上傳許可，L7僅靜態JS。HITL改善模組存在但候選未自動串接；CI 已在549be3a於GitHub成功，包含Ruff、pytest、Node、esbuild一致性、Playwright聊天室。影子候選評估不是當前CI自動收件流程，需人工執行。LLM不訓練權重。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07a1a9b21b49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584c04ed2042c0" /><Relationship Type="http://schemas.openxmlformats.org/officeDocument/2006/relationships/slideLayout" Target="/ppt/slideLayouts/slideLayout1.xml" Id="R533250da463d42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3250da463d42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19beadca14812" /><Relationship Type="http://schemas.openxmlformats.org/officeDocument/2006/relationships/notesSlide" Target="/ppt/notesSlides/notesSlide1.xml" Id="R66dc92a2a29641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92DA21-7637-478B-83E3-148B25F8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409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322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防詐雷達：偵測、改善與維護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46562-579F-4B4F-A9AB-2C67771F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1409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8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用關鍵檢查找風險，以 LLM 理解情境，再由人工審核與 CI 支持持續改善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7C0A6-A815-423E-9B72-0E7E242A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62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ANTI-SCAM RADAR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3F979-C649-4496-9D25-BBB4922C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81629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FFA79-7CD6-472C-9C8C-B299E4D7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28724-9782-4132-9028-70F97FF5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① 使用者觸發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3EFA6-D195-41BF-B59A-827A596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19240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瀏覽或收到連結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採集 DOM／HTML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本機檢查與遮罩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7572D-9B13-497C-8FE6-F772C9C5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809750"/>
            <a:ext cx="45243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E3F0A-E95E-42AF-B5EB-2624FD0C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24050"/>
            <a:ext cx="4257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② 關鍵 script 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534A5-F09C-4398-BB1E-AFCC0CE2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343150"/>
            <a:ext cx="4257675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3333750" y="2352675"/>
          <a:ext xmlns:a="http://schemas.openxmlformats.org/drawingml/2006/main" cx="4238625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4450"/>
                <a:gridCol w="2924175"/>
              </a:tblGrid>
              <a:tr h="342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網域與註冊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RDAP 註冊日期、網址混淆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品牌仿冒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自稱品牌 vs 已核對官方網域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話術語意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誘導付款、交出驗證碼等要求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表單與 JS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站外送出線索、靜態程式審查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警示與畫面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111"/>
                          </a:solidFill>
                          <a:latin typeface="PingFang TC"/>
                          <a:ea typeface="PingFang TC"/>
                          <a:cs typeface="PingFang TC"/>
                        </a:rPr>
                        <a:t>Google／黑名單、LLM 截圖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01DFA-F2B2-4466-AD77-9860F1D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8097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50EE7-54EE-48D6-A3F1-7992E705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9240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③ LLM 情境自適應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93305-7289-4D0E-9565-2B5A742A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343150"/>
            <a:ext cx="28765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結合當前證據與跨頁摘要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比較詐騙／正常解釋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列出反證、未知與介入建議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deep 模式可選工具補查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09C025-2720-4E40-AACE-990FB400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1809750"/>
            <a:ext cx="2952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2F213-025B-4993-8E1D-F10E5853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192405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④ 核對政策與提醒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24597-F7AC-4C9F-A822-FF871DD6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2343150"/>
            <a:ext cx="2686050" cy="174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程式驗證證據及門檻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列出所有問題與原因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提醒、暫停或顯示警告頁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模型不能單獨新增硬封鎖</a:t>
            </a:r>
          </a:p>
        </p:txBody>
      </p:sp>
      <p:cxnSp>
        <p:nvCxnSpPr>
          <p:cNvPr id="5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62250" y="3000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59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715250" y="3000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60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1287125" y="30003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18182-1395-400C-B2EB-B203F5381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0125"/>
            <a:ext cx="714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2100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人工改善與工程維護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CDA9C-1CFD-43F6-A25A-D7854D7B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524500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2F83E-F472-4266-98C0-E9EB0384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5638800"/>
            <a:ext cx="2686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⑤ 紀錄與人工回看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E91F4B-7E6D-44A0-9B09-820FAF09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057900"/>
            <a:ext cx="2686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log／稽核保存判斷依據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人工核對誤報、漏報案例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找出資料缺失或介入太晚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D583D1-D3FF-47C1-B244-5A70740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524500"/>
            <a:ext cx="3143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F3B886-730E-4584-B3A8-F5418D8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638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⑥ HITL 改善候選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8880F3-4041-4E31-853F-1A5ED9DE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60579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人工確認，LLM 提修正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GitHub 分支／PR 追蹤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影子測試不影響判定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8655EB-1D51-441A-A817-45E1BD3E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524500"/>
            <a:ext cx="3524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1E218F-ADFE-44C9-AB1F-71C788A7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388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⑦ CI 與回歸測試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145A6-B2EF-4B60-927E-8CE11677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57900"/>
            <a:ext cx="3257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Actions：Ruff、pytest、Node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Playwright 驗證互動與警告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esbuild 確認建置產物一致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93C802-58A2-4106-AF64-0D66D665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31432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11111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9E212C-25AE-4140-B4EB-59065055E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3880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875" b="1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⑧ 人工核准與部署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AEC675-F702-48F7-B97A-B8AFDB3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核准修改與候選規則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uv／npm 鎖定依賴</a:t>
            </a:r>
          </a:p>
          <a:p xmlns:a="http://schemas.openxmlformats.org/drawingml/2006/main">
            <a:pPr>
              <a:def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111111"/>
                </a:solidFill>
                <a:latin typeface="PingFang TC"/>
                <a:ea typeface="PingFang TC"/>
                <a:cs typeface="PingFang TC"/>
              </a:rPr>
              <a:t>重啟 API、載入擴充</a:t>
            </a:r>
          </a:p>
        </p:txBody>
      </p:sp>
      <p:cxnSp>
        <p:nvCxnSpPr>
          <p:cNvPr id="74" name=""/>
          <p:cNvCxnSpPr>
            <a:stCxn xmlns:a="http://schemas.openxmlformats.org/drawingml/2006/main" id="15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3192125" y="4191000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22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11287125" y="631031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25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7715250" y="6310313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28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3714750" y="6310313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31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H="1" flipV="1">
            <a:off x="1666875" y="4191000"/>
            <a:ext cx="476250" cy="1333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22222"/>
            </a:solidFill>
            <a:prstDash val="dash"/>
            <a:tailEnd type="triangle" w="med" len="me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B151A09-793F-4770-BC7E-D4511750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77125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實線：日常分析　虛線：人工接續／選用改善流程。尚無自動發布或模型權重訓練。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DA615F-37D8-4AAA-8B2F-4CA5DBE4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00975"/>
            <a:ext cx="140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55555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555555"/>
                </a:solidFill>
                <a:latin typeface="PingFang TC"/>
                <a:ea typeface="PingFang TC"/>
                <a:cs typeface="PingFang TC"/>
              </a:rPr>
              <a:t>各項檢查依資料與設定執行；註冊時間以 RDAP 查詢，缺資料與未命中都不代表安全。</a:t>
            </a:r>
          </a:p>
        </p:txBody>
      </p:sp>
    </p:spTree>
    <p:extLst>
      <p:ext uri="{BB962C8B-B14F-4D97-AF65-F5344CB8AC3E}">
        <p14:creationId xmlns:p14="http://schemas.microsoft.com/office/powerpoint/2010/main" val="2034702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2026-09-12T09:08:37.7760000Z</dcterms:created>
  <dcterms:modified xsi:type="dcterms:W3CDTF">2026-09-12T09:08:37.7760000Z</dcterms:modified>
</coreProperties>
</file>